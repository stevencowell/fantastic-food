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6e527621c3425a" /><Relationship Type="http://schemas.openxmlformats.org/officeDocument/2006/relationships/extended-properties" Target="/docProps/app.xml" Id="R07c095f523794e3b" /><Relationship Type="http://schemas.openxmlformats.org/officeDocument/2006/relationships/officeDocument" Target="/ppt/presentation.xml" Id="R691c2adf654f4e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b015765a6c4890"/>
  </p:sldMasterIdLst>
  <p:notesMasterIdLst>
    <p:notesMasterId xmlns:r="http://schemas.openxmlformats.org/officeDocument/2006/relationships" r:id="R52b6f29283b94238"/>
  </p:notesMasterIdLst>
  <p:sldIdLst>
    <p:sldId xmlns:r="http://schemas.openxmlformats.org/officeDocument/2006/relationships" id="256" r:id="R1971c7da64044746"/>
    <p:sldId xmlns:r="http://schemas.openxmlformats.org/officeDocument/2006/relationships" id="257" r:id="R7b22f2dd3fc44c98"/>
    <p:sldId xmlns:r="http://schemas.openxmlformats.org/officeDocument/2006/relationships" id="258" r:id="R8d34a0327d2f40ec"/>
    <p:sldId xmlns:r="http://schemas.openxmlformats.org/officeDocument/2006/relationships" id="259" r:id="R1958e5c865b44422"/>
    <p:sldId xmlns:r="http://schemas.openxmlformats.org/officeDocument/2006/relationships" id="260" r:id="Rf3415937cc0b4ba8"/>
    <p:sldId xmlns:r="http://schemas.openxmlformats.org/officeDocument/2006/relationships" id="261" r:id="R8f25b670a6ca475b"/>
    <p:sldId xmlns:r="http://schemas.openxmlformats.org/officeDocument/2006/relationships" id="262" r:id="R95d5696509d5479e"/>
    <p:sldId xmlns:r="http://schemas.openxmlformats.org/officeDocument/2006/relationships" id="263" r:id="Redc87274379f42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3e7c4bfdbb4c9f" /><Relationship Type="http://schemas.openxmlformats.org/officeDocument/2006/relationships/slideMaster" Target="/ppt/slideMasters/slideMaster1.xml" Id="R8db015765a6c4890" /><Relationship Type="http://schemas.openxmlformats.org/officeDocument/2006/relationships/notesMaster" Target="/ppt/notesMasters/notesMaster1.xml" Id="R52b6f29283b94238" /><Relationship Type="http://schemas.openxmlformats.org/officeDocument/2006/relationships/presProps" Target="/ppt/presProps.xml" Id="R4ba40c7d70de4798" /><Relationship Type="http://schemas.openxmlformats.org/officeDocument/2006/relationships/tableStyles" Target="/ppt/tableStyles.xml" Id="Rce4af4e7570e4779" /><Relationship Type="http://schemas.openxmlformats.org/officeDocument/2006/relationships/slide" Target="/ppt/slides/slide1.xml" Id="R1971c7da64044746" /><Relationship Type="http://schemas.openxmlformats.org/officeDocument/2006/relationships/slide" Target="/ppt/slides/slide2.xml" Id="R7b22f2dd3fc44c98" /><Relationship Type="http://schemas.openxmlformats.org/officeDocument/2006/relationships/slide" Target="/ppt/slides/slide3.xml" Id="R8d34a0327d2f40ec" /><Relationship Type="http://schemas.openxmlformats.org/officeDocument/2006/relationships/slide" Target="/ppt/slides/slide4.xml" Id="R1958e5c865b44422" /><Relationship Type="http://schemas.openxmlformats.org/officeDocument/2006/relationships/slide" Target="/ppt/slides/slide5.xml" Id="Rf3415937cc0b4ba8" /><Relationship Type="http://schemas.openxmlformats.org/officeDocument/2006/relationships/slide" Target="/ppt/slides/slide6.xml" Id="R8f25b670a6ca475b" /><Relationship Type="http://schemas.openxmlformats.org/officeDocument/2006/relationships/slide" Target="/ppt/slides/slide7.xml" Id="R95d5696509d5479e" /><Relationship Type="http://schemas.openxmlformats.org/officeDocument/2006/relationships/slide" Target="/ppt/slides/slide8.xml" Id="Redc87274379f42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29e27934af4a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e45a1690ec4f53" /><Relationship Type="http://schemas.openxmlformats.org/officeDocument/2006/relationships/notesMaster" Target="/ppt/notesMasters/notesMaster1.xml" Id="R76cf55f6ea914c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a761297da54f8b" /><Relationship Type="http://schemas.openxmlformats.org/officeDocument/2006/relationships/notesMaster" Target="/ppt/notesMasters/notesMaster1.xml" Id="R044388d03cbd41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425859251f4225" /><Relationship Type="http://schemas.openxmlformats.org/officeDocument/2006/relationships/notesMaster" Target="/ppt/notesMasters/notesMaster1.xml" Id="R566d35220fd643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fc9cd1ac6a4b9e" /><Relationship Type="http://schemas.openxmlformats.org/officeDocument/2006/relationships/notesMaster" Target="/ppt/notesMasters/notesMaster1.xml" Id="R68fe90e1731241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b61fb66e034e4c" /><Relationship Type="http://schemas.openxmlformats.org/officeDocument/2006/relationships/notesMaster" Target="/ppt/notesMasters/notesMaster1.xml" Id="Rb7220d217b674c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8103818b0d458f" /><Relationship Type="http://schemas.openxmlformats.org/officeDocument/2006/relationships/notesMaster" Target="/ppt/notesMasters/notesMaster1.xml" Id="R85418e18e9dd49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8965856ab342ce" /><Relationship Type="http://schemas.openxmlformats.org/officeDocument/2006/relationships/notesMaster" Target="/ppt/notesMasters/notesMaster1.xml" Id="R476075b8c27d4c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8c8c6e773496a" /><Relationship Type="http://schemas.openxmlformats.org/officeDocument/2006/relationships/notesMaster" Target="/ppt/notesMasters/notesMaster1.xml" Id="R9cd873c4ac9342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2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REC-SCONES: authorised Fantastic Food course source.</a:t>
            </a:r>
          </a:p>
          <a:p xmlns:a="http://schemas.openxmlformats.org/drawingml/2006/main">
            <a:r>
              <a:t>- REC-TWISTS: authorised Fantastic Food course source.</a:t>
            </a:r>
          </a:p>
          <a:p xmlns:a="http://schemas.openxmlformats.org/drawingml/2006/main">
            <a:r>
              <a:t>- MODULE-2-GENERATED-VISUAL: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2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REC-SCONES: authorised Fantastic Food course source.</a:t>
            </a:r>
          </a:p>
          <a:p xmlns:a="http://schemas.openxmlformats.org/drawingml/2006/main">
            <a:r>
              <a:t>- REC-TWISTS: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2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REC-SCONES: authorised Fantastic Food course source.</a:t>
            </a:r>
          </a:p>
          <a:p xmlns:a="http://schemas.openxmlformats.org/drawingml/2006/main">
            <a:r>
              <a:t>- REC-TWISTS: authorised Fantastic Food course source.</a:t>
            </a:r>
          </a:p>
          <a:p xmlns:a="http://schemas.openxmlformats.org/drawingml/2006/main">
            <a:r>
              <a:t>- MODULE-2-GENERATED-VISUAL: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2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REC-SCONES: authorised Fantastic Food course source.</a:t>
            </a:r>
          </a:p>
          <a:p xmlns:a="http://schemas.openxmlformats.org/drawingml/2006/main">
            <a:r>
              <a:t>- REC-TWISTS: authorised Fantastic Food course source.</a:t>
            </a:r>
          </a:p>
          <a:p xmlns:a="http://schemas.openxmlformats.org/drawingml/2006/main">
            <a:r>
              <a:t>- MODULE-2-GENERATED-VISUAL: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2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MODULE-2-GENERATED-VISUAL: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2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REC-SCONES: authorised Fantastic Food course source.</a:t>
            </a:r>
          </a:p>
          <a:p xmlns:a="http://schemas.openxmlformats.org/drawingml/2006/main">
            <a:r>
              <a:t>- REC-TWISTS: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2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REC-SCONES: authorised Fantastic Food course source.</a:t>
            </a:r>
          </a:p>
          <a:p xmlns:a="http://schemas.openxmlformats.org/drawingml/2006/main">
            <a:r>
              <a:t>- REC-TWISTS: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2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e8c21b838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8c3b459c4d4d5a" /><Relationship Type="http://schemas.openxmlformats.org/officeDocument/2006/relationships/slideLayout" Target="/ppt/slideLayouts/slideLayout1.xml" Id="Re572842e6f834d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72842e6f834d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a2b4edbbd42af" /><Relationship Type="http://schemas.openxmlformats.org/officeDocument/2006/relationships/image" Target="/ppt/media/image.jpeg" Id="R4a53778e967b4b93" /><Relationship Type="http://schemas.openxmlformats.org/officeDocument/2006/relationships/notesSlide" Target="/ppt/notesSlides/notesSlide1.xml" Id="R2b1d236de2ca4d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76a8554dd490d" /><Relationship Type="http://schemas.openxmlformats.org/officeDocument/2006/relationships/notesSlide" Target="/ppt/notesSlides/notesSlide2.xml" Id="Rb586aa539eac40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9a9c642504c8e" /><Relationship Type="http://schemas.openxmlformats.org/officeDocument/2006/relationships/image" Target="/ppt/media/image2.jpeg" Id="R201301b743c647be" /><Relationship Type="http://schemas.openxmlformats.org/officeDocument/2006/relationships/notesSlide" Target="/ppt/notesSlides/notesSlide3.xml" Id="Rdff8131f524e49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d2f7c9f5b4022" /><Relationship Type="http://schemas.openxmlformats.org/officeDocument/2006/relationships/image" Target="/ppt/media/image3.jpeg" Id="Rd97ce86a46924430" /><Relationship Type="http://schemas.openxmlformats.org/officeDocument/2006/relationships/notesSlide" Target="/ppt/notesSlides/notesSlide4.xml" Id="R26072ed47d9b4b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45a7e877140f5" /><Relationship Type="http://schemas.openxmlformats.org/officeDocument/2006/relationships/image" Target="/ppt/media/image4.jpeg" Id="Ref10ba6ffa5b4d55" /><Relationship Type="http://schemas.openxmlformats.org/officeDocument/2006/relationships/notesSlide" Target="/ppt/notesSlides/notesSlide5.xml" Id="Rf1d98c3d4da844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3ef86a7064244" /><Relationship Type="http://schemas.openxmlformats.org/officeDocument/2006/relationships/notesSlide" Target="/ppt/notesSlides/notesSlide6.xml" Id="Rce95d89e9c1048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7c07e45664cc4" /><Relationship Type="http://schemas.openxmlformats.org/officeDocument/2006/relationships/notesSlide" Target="/ppt/notesSlides/notesSlide7.xml" Id="Rd2a290019bd343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e1617c42a454e" /><Relationship Type="http://schemas.openxmlformats.org/officeDocument/2006/relationships/notesSlide" Target="/ppt/notesSlides/notesSlide8.xml" Id="R1f95637f303741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3778e967b4b93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0" y="0"/>
            <a:ext cx="5334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F3DCB-777C-4C8E-B4A9-02AFB509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8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E617F-A88F-4BE4-9B2D-10AAE5E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40A3A-8C2E-4135-AB75-EA97FCC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4BA"/>
                </a:solidFill>
              </a:defRPr>
            </a:pPr>
            <a:r>
              <a:rPr sz="1350" b="1" i="0">
                <a:solidFill>
                  <a:srgbClr val="FFF4BA"/>
                </a:solidFill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D36D-D67B-45A2-9B23-B2CCE16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Recipes and nutrients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9A4C2-99F4-4C60-B685-B8CF990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EAF2E6"/>
                </a:solidFill>
              </a:defRPr>
            </a:pPr>
            <a:r>
              <a:rPr sz="1875" b="0" i="0">
                <a:solidFill>
                  <a:srgbClr val="EAF2E6"/>
                </a:solidFill>
              </a:rPr>
              <a:t>Read a recipe as a plan, measure accurately and explain how different nutrients support the body.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ABD08-096A-41E0-BC64-3CEF0FD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D8C6"/>
                </a:solidFill>
              </a:defRPr>
            </a:pPr>
            <a:r>
              <a:rPr sz="1125" b="1" i="0">
                <a:solidFill>
                  <a:srgbClr val="C8D8C6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81570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7BAFB-B970-470D-88EA-FA366FFA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0441-3073-4C99-BB21-DBF7C28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TODAY’S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38C2B-70F9-4495-8B59-EE8F897A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RECIPES AND NUTRIENTS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05D6B-030C-47C5-BC90-109EE31E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16ECD-14AE-486E-9ACE-EF71E91F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Where are we going?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D8A82-6D36-4C63-ACE3-246FC8D2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1A57F-D020-4232-9FFD-323B29C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9DA78-26BF-420D-9EAC-7FE9844B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F8DEB-4A17-4251-9E6A-A6CB368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Reading recipes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41BAC-9873-4747-9D33-6BC4A91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AB010-947F-4195-9F66-A5C8E3B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5E68F-E97B-4B58-97CC-A003D44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80020-9BB6-440F-9A8C-93394F2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Accurate measuring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272ED-46DF-4535-B0C2-BB1CAE91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493A4-3C0B-46EB-A27F-9757D374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D11D8-89BA-4844-ACC8-7CBC79F8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97E47-A8E9-4B33-B817-0064127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Six essential nutrients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B8FD0-B556-4FF6-8241-5A773FC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6689C-1C26-4DD1-BE8F-4228C4E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4BA"/>
                </a:solidFill>
              </a:defRPr>
            </a:pPr>
            <a:r>
              <a:rPr sz="1125" b="1" i="0">
                <a:solidFill>
                  <a:srgbClr val="FFF4BA"/>
                </a:solidFill>
              </a:rPr>
              <a:t>RETRIEVAL WARM-UP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CBE35-87B8-47A5-92D3-76DD926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What do you already know?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B9930-6CFD-449A-B8D7-9A75744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What information should you find before starting a recipe? Name one measuring habit that improves consistency.</a:t>
            </a:r>
          </a:p>
        </p:txBody>
      </p:sp>
    </p:spTree>
    <p:extLst>
      <p:ext uri="{BB962C8B-B14F-4D97-AF65-F5344CB8AC3E}">
        <p14:creationId xmlns:p14="http://schemas.microsoft.com/office/powerpoint/2010/main" val="1298071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EBC3A-7986-4CB0-8896-426EF1D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02A3F-43DE-4C06-82F8-7A48723C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2.1 READING RECIPES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137A3-FC25-4B2E-82EF-AF628E3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RECIPES AND NUTRIENTS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1F0D0-070A-4EA1-BD2F-D8C85D5E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563F7-66DB-41F0-BABF-7B4BC4D9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Reading recipes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ED9C4-08D8-45B6-AF60-03B1700A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D36AE-E7C4-4744-B2CF-27352F0C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78988-C352-4BF4-93A4-8147A24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A recipe combines the ingredient list, quantities, equipment, method, timing and yield into one working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5BFE8-2346-4671-A815-78D54013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1F8D4-6234-440C-8A55-677D72B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Read the complete method before collecting equipment so dependent steps and waiting times are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F14A6-9337-4DA4-9D27-55352AF7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3AC92-6874-4DFA-815C-96CEBF4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Use the current teacher recipe for Scones or Savoury Twists and check each completed step rather than relying on memory.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301b743c647be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29A5B-C556-43BB-B776-0C29EDBF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653E0-2CA3-4BE0-BE55-ACE21E8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Why can reading only the next line create delays or mistakes?</a:t>
            </a:r>
          </a:p>
        </p:txBody>
      </p:sp>
    </p:spTree>
    <p:extLst>
      <p:ext uri="{BB962C8B-B14F-4D97-AF65-F5344CB8AC3E}">
        <p14:creationId xmlns:p14="http://schemas.microsoft.com/office/powerpoint/2010/main" val="392502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EB249-B8CE-4C0D-918F-2903314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E364-6F7E-4463-A184-3B1C887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2.2 ACCURATE MEASURING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EBA5C-9E6B-4383-996B-DD731803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RECIPES AND NUTRIENTS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46C4E-3641-4FDE-A541-1E930B64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FB6E7-4B1E-4CE4-B8CB-21E22F2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Measure accurately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F6143-29CE-4458-97CF-9AF10EF3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37EAA-707C-4E8F-B988-1379BF12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82631-F0E7-438F-AFA1-0CCA6E4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Match the tool to the ingredient: scales for mass, a level measure for dry volume and a jug for liquid volume.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B82F5-D93C-4624-AF38-E5C51F1F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50FA2-5D1E-4699-9078-1FB7D436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Place equipment steadily, zero the scale and read liquid measurements at eye level.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CACD4-0234-4755-AE76-7377D49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E80A9-A48D-47AF-9E6A-B8E9752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Pause before mixing. Check the ingredient, amount and unit while a correction is still possible.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ce86a46924430"/>
          <a:stretch xmlns:a="http://schemas.openxmlformats.org/drawingml/2006/main"/>
        </p:blipFill>
        <p:spPr>
          <a:xfrm xmlns:a="http://schemas.openxmlformats.org/drawingml/2006/main" flipH="0" flipV="0">
            <a:off x="7667625" y="1838325"/>
            <a:ext cx="3857625" cy="222885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B50D0-AC35-47CB-805C-95487E08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D3738-B241-4854-B161-5B0A1CC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You measure too much flour but have not mixed it. What should happen next?</a:t>
            </a:r>
          </a:p>
        </p:txBody>
      </p:sp>
    </p:spTree>
    <p:extLst>
      <p:ext uri="{BB962C8B-B14F-4D97-AF65-F5344CB8AC3E}">
        <p14:creationId xmlns:p14="http://schemas.microsoft.com/office/powerpoint/2010/main" val="766347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BAF44-B2EF-4745-8732-2936AA0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FEB4E-3AD3-4261-9FA3-DEBABD1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2.3 SIX ESSENTIAL NUTRIENTS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60C3-9B1B-4491-A7B7-526D5113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RECIPES AND NUTRIENTS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2CD26-3A0A-4FC3-8212-2352B98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3F56-2B36-4D17-BD15-0DDEACC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Six essential nutrients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8870B-E43D-4615-B67C-96C711E9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E69F7-3C11-42C2-B268-0E496814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0922-BB1E-4359-9FE9-FDBF398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Carbohydrate and fat can provide energy, while protein supports growth and repair.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14AAA-0FBD-47D9-9F89-C750BA3F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65774-4A46-400E-A709-C9EC807B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Vitamins and minerals support many normal body processes; water supports hydration and body function.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A6ACA-C7C4-4422-A884-3608DA3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1CF48-7E26-4985-8464-25E000C6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No single food supplies everything in the right balance, so a varied food pattern matters more than one ‘perfect’ ingredient.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0ba6ffa5b4d55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79895-6028-4332-BB55-F82DD7C0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2723A-5296-495A-AAB1-3917851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Why is ‘this food has vitamins’ not a complete explanation of its value?</a:t>
            </a:r>
          </a:p>
        </p:txBody>
      </p:sp>
    </p:spTree>
    <p:extLst>
      <p:ext uri="{BB962C8B-B14F-4D97-AF65-F5344CB8AC3E}">
        <p14:creationId xmlns:p14="http://schemas.microsoft.com/office/powerpoint/2010/main" val="24757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A5B30-C7A3-484C-BBC6-51C353A4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28330-F6F6-4BB7-9EC9-D3ACD2E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CHECK FOR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54687-1D52-4EE5-BE07-CCC974C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RECIPES AND NUTRIENTS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30E72-B5A8-401B-A0B8-806F6AE3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9D98D-6885-433C-B6F1-7D89990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B812B-B76F-41D9-9DEB-10695E3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DE9DB"/>
                </a:solidFill>
              </a:defRPr>
            </a:pPr>
            <a:r>
              <a:rPr sz="1500" b="0" i="0">
                <a:solidFill>
                  <a:srgbClr val="DDE9DB"/>
                </a:solidFill>
              </a:rPr>
              <a:t>Answer silently first, then justify your thinking with a partner.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6F5B2-731A-43F0-A73D-858575F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A56D-F688-4971-AE7E-2065C3FF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C2753-556D-41EE-9CA0-67F9709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Which recipe information helps you organise equipment and timing before cooking?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D55B9-9E00-4DA2-A9BC-C124BAB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4B30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2E3E2-8D98-4029-B649-9EAC3A2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AFAFD-DB17-4E6C-B15A-57890C79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three checks should happen before an ingredient is mixed?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317CC-9103-4B7C-A20E-7F8B9F9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77AEB-3E9D-465D-B12C-1DD0CB0C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80B2E-7CDC-4D6B-9662-2972E38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Which nutrient groups support energy, growth and normal body processes?</a:t>
            </a:r>
          </a:p>
        </p:txBody>
      </p:sp>
    </p:spTree>
    <p:extLst>
      <p:ext uri="{BB962C8B-B14F-4D97-AF65-F5344CB8AC3E}">
        <p14:creationId xmlns:p14="http://schemas.microsoft.com/office/powerpoint/2010/main" val="2122420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A63E4-21B0-4224-8658-E9CAB4D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A7ABF-DE20-41BA-B43E-F3D60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MODEL A LONGER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715CF-D8E9-4142-A830-EBA09BB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RECIPES AND NUTRIENTS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83D69-6A08-4EF2-836D-B854960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12ADF-664D-4C69-8CCD-320DADF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 → Select → Explain →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64380-715C-4BD2-82FB-1836D22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61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209B8-9D3E-4D67-A740-4A52C64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EDAF5-3D5A-4578-BE34-EA4E01F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83B23"/>
                </a:solidFill>
              </a:defRPr>
            </a:pPr>
            <a:r>
              <a:rPr sz="1725" b="1" i="0">
                <a:solidFill>
                  <a:srgbClr val="183B23"/>
                </a:solidFill>
              </a:rPr>
              <a:t>Explain why reading the whole method before starting improves practical organisation, sequence and safety.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2BA47-14E7-4266-B266-32006FAE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0101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A7C2F-B13A-4177-894E-76169347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WHAT IS THIS ASKING?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98727-0682-4FB5-A4A5-30B855EF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14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243024"/>
                </a:solidFill>
              </a:defRPr>
            </a:pPr>
            <a:r>
              <a:rPr sz="1575" b="0" i="0">
                <a:solidFill>
                  <a:srgbClr val="243024"/>
                </a:solidFill>
              </a:rPr>
              <a:t>Link recipe reading to at least two practical decisions, not just to ‘following instructions’.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CE726-A313-4E74-A9BD-285DB9A1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EA0B3-B97C-4535-AEA7-365242D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1  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B7C4-3554-4BB7-9E26-263FEF84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Choose evidence about equipment, dependent steps, timing or hazards from the current recipe.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0551D-48F3-4974-AD79-19CF3B4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927CC-F0D9-4D6C-BDCF-5DD6E45E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3B23"/>
                </a:solidFill>
              </a:defRPr>
            </a:pPr>
            <a:r>
              <a:rPr sz="1050" b="1" i="0">
                <a:solidFill>
                  <a:srgbClr val="183B23"/>
                </a:solidFill>
              </a:rPr>
              <a:t>2 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AE4C-871D-4CFF-9798-1736E9B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3B23"/>
                </a:solidFill>
              </a:defRPr>
            </a:pPr>
            <a:r>
              <a:rPr sz="1350" b="0" i="0">
                <a:solidFill>
                  <a:srgbClr val="183B23"/>
                </a:solidFill>
              </a:rPr>
              <a:t>Show how seeing the whole method changes what the cook does before and during the practical.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D1307-D7AD-4657-8327-36830C4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3AAF1-B4D7-47B4-B6C8-81CFD70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3 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5800E-21EC-4922-AAFD-7DB1945D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Include organisation, sequence and safety in your response.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681DA-0E29-4CBF-BD43-9C36DE2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402D"/>
                </a:solidFill>
              </a:defRPr>
            </a:pPr>
            <a:r>
              <a:rPr sz="1350" b="1" i="0">
                <a:solidFill>
                  <a:srgbClr val="B6402D"/>
                </a:solidFill>
              </a:rPr>
              <a:t>Sentence starter: Reading the complete method first helps the cook to… because…</a:t>
            </a:r>
          </a:p>
        </p:txBody>
      </p:sp>
    </p:spTree>
    <p:extLst>
      <p:ext uri="{BB962C8B-B14F-4D97-AF65-F5344CB8AC3E}">
        <p14:creationId xmlns:p14="http://schemas.microsoft.com/office/powerpoint/2010/main" val="1020404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64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3DB27-1EEA-4170-8029-FCF41A8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C45FC-90F6-4D59-B0EF-B8BED69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1EBD5-00BC-4BB1-ADE5-C1A05FE7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RECIPES AND NUTRIENTS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0B69-7614-4F3D-AAB4-300A1B8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D295F-DAF6-4E83-9490-1D065B4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7C4F4-AFD6-436F-8CDE-FBD5A2D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7AFC7-3767-4FA1-8CFF-B1334A8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1. One recipe feature I will check before starting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D77DA-8B4D-475F-B45D-A85C47F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13384-CB3E-49C5-BC1B-324580FD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2. One measuring habit that improves consistency is…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C6D95-8311-45FC-B62F-8935B171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B4722-C001-4C28-9D0D-38B71C27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3. One nutrient job I can explain accurately is…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BC96C-4000-451A-AA1D-6B492E7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52659-1B74-4310-8587-7403094C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SAVE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YOUR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125867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2026-08-18T02:22:43.9390000Z</dcterms:created>
  <dcterms:modified xsi:type="dcterms:W3CDTF">2026-08-18T02:22:43.9390000Z</dcterms:modified>
</coreProperties>
</file>