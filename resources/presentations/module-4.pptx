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e625041204a15" /><Relationship Type="http://schemas.openxmlformats.org/officeDocument/2006/relationships/extended-properties" Target="/docProps/app.xml" Id="Rabc5997aca98470c" /><Relationship Type="http://schemas.openxmlformats.org/officeDocument/2006/relationships/officeDocument" Target="/ppt/presentation.xml" Id="Rc2bcb8c0f19f4a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53c53ab5f47a2"/>
  </p:sldMasterIdLst>
  <p:notesMasterIdLst>
    <p:notesMasterId xmlns:r="http://schemas.openxmlformats.org/officeDocument/2006/relationships" r:id="R6443335de900438b"/>
  </p:notesMasterIdLst>
  <p:sldIdLst>
    <p:sldId xmlns:r="http://schemas.openxmlformats.org/officeDocument/2006/relationships" id="256" r:id="Re06c220e008f4a84"/>
    <p:sldId xmlns:r="http://schemas.openxmlformats.org/officeDocument/2006/relationships" id="257" r:id="R85c99d2f922e42b5"/>
    <p:sldId xmlns:r="http://schemas.openxmlformats.org/officeDocument/2006/relationships" id="258" r:id="Rc7a85055935f4222"/>
    <p:sldId xmlns:r="http://schemas.openxmlformats.org/officeDocument/2006/relationships" id="259" r:id="R52333ee9b9e64bb4"/>
    <p:sldId xmlns:r="http://schemas.openxmlformats.org/officeDocument/2006/relationships" id="260" r:id="R0a234374daba4a67"/>
    <p:sldId xmlns:r="http://schemas.openxmlformats.org/officeDocument/2006/relationships" id="261" r:id="Rf1219ef178874a63"/>
    <p:sldId xmlns:r="http://schemas.openxmlformats.org/officeDocument/2006/relationships" id="262" r:id="R88100d49b1e2403b"/>
    <p:sldId xmlns:r="http://schemas.openxmlformats.org/officeDocument/2006/relationships" id="263" r:id="Rd6d2bfa8cc0948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56c867f0694bc5" /><Relationship Type="http://schemas.openxmlformats.org/officeDocument/2006/relationships/slideMaster" Target="/ppt/slideMasters/slideMaster1.xml" Id="R5e153c53ab5f47a2" /><Relationship Type="http://schemas.openxmlformats.org/officeDocument/2006/relationships/notesMaster" Target="/ppt/notesMasters/notesMaster1.xml" Id="R6443335de900438b" /><Relationship Type="http://schemas.openxmlformats.org/officeDocument/2006/relationships/presProps" Target="/ppt/presProps.xml" Id="R63fa58ca9cac416b" /><Relationship Type="http://schemas.openxmlformats.org/officeDocument/2006/relationships/tableStyles" Target="/ppt/tableStyles.xml" Id="R3e6a66eec068425f" /><Relationship Type="http://schemas.openxmlformats.org/officeDocument/2006/relationships/slide" Target="/ppt/slides/slide1.xml" Id="Re06c220e008f4a84" /><Relationship Type="http://schemas.openxmlformats.org/officeDocument/2006/relationships/slide" Target="/ppt/slides/slide2.xml" Id="R85c99d2f922e42b5" /><Relationship Type="http://schemas.openxmlformats.org/officeDocument/2006/relationships/slide" Target="/ppt/slides/slide3.xml" Id="Rc7a85055935f4222" /><Relationship Type="http://schemas.openxmlformats.org/officeDocument/2006/relationships/slide" Target="/ppt/slides/slide4.xml" Id="R52333ee9b9e64bb4" /><Relationship Type="http://schemas.openxmlformats.org/officeDocument/2006/relationships/slide" Target="/ppt/slides/slide5.xml" Id="R0a234374daba4a67" /><Relationship Type="http://schemas.openxmlformats.org/officeDocument/2006/relationships/slide" Target="/ppt/slides/slide6.xml" Id="Rf1219ef178874a63" /><Relationship Type="http://schemas.openxmlformats.org/officeDocument/2006/relationships/slide" Target="/ppt/slides/slide7.xml" Id="R88100d49b1e2403b" /><Relationship Type="http://schemas.openxmlformats.org/officeDocument/2006/relationships/slide" Target="/ppt/slides/slide8.xml" Id="Rd6d2bfa8cc09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5b3e2b46b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0718e326d4542" /><Relationship Type="http://schemas.openxmlformats.org/officeDocument/2006/relationships/notesMaster" Target="/ppt/notesMasters/notesMaster1.xml" Id="R96fa80077b0647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dfc406cb7847ce" /><Relationship Type="http://schemas.openxmlformats.org/officeDocument/2006/relationships/notesMaster" Target="/ppt/notesMasters/notesMaster1.xml" Id="Rcacd4551eed347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8879812d44947" /><Relationship Type="http://schemas.openxmlformats.org/officeDocument/2006/relationships/notesMaster" Target="/ppt/notesMasters/notesMaster1.xml" Id="Rbffe6f4f53a048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2053242e1448ea" /><Relationship Type="http://schemas.openxmlformats.org/officeDocument/2006/relationships/notesMaster" Target="/ppt/notesMasters/notesMaster1.xml" Id="R639e0d7b41d548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71d3d6f1da4b70" /><Relationship Type="http://schemas.openxmlformats.org/officeDocument/2006/relationships/notesMaster" Target="/ppt/notesMasters/notesMaster1.xml" Id="R0486a19a414846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94c0e77d4e40d5" /><Relationship Type="http://schemas.openxmlformats.org/officeDocument/2006/relationships/notesMaster" Target="/ppt/notesMasters/notesMaster1.xml" Id="Ra3d7d729b5dd46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e038caa9314f24" /><Relationship Type="http://schemas.openxmlformats.org/officeDocument/2006/relationships/notesMaster" Target="/ppt/notesMasters/notesMaster1.xml" Id="R90c1d535b36443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2f1df7ed1c4fea" /><Relationship Type="http://schemas.openxmlformats.org/officeDocument/2006/relationships/notesMaster" Target="/ppt/notesMasters/notesMaster1.xml" Id="Rc78c8a79c9c841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REC-COCONUT: authorised Fantastic Food course source.</a:t>
            </a:r>
          </a:p>
          <a:p xmlns:a="http://schemas.openxmlformats.org/drawingml/2006/main">
            <a:r>
              <a:t>- MODULE-4-GENERATED-VISUAL: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MODULE-4-GENERATED-VISUAL: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MODULE-4-GENERATED-VISUAL: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REC-COCONUT: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MODULE-4-GENERATED-VISUAL: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REC-COCONUT: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4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be66445974d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7d0e7c9e640cb" /><Relationship Type="http://schemas.openxmlformats.org/officeDocument/2006/relationships/slideLayout" Target="/ppt/slideLayouts/slideLayout1.xml" Id="R74966a8039764a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66a8039764a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7bc564c2b4b94" /><Relationship Type="http://schemas.openxmlformats.org/officeDocument/2006/relationships/image" Target="/ppt/media/image.jpeg" Id="R7e5c3fc665a4414c" /><Relationship Type="http://schemas.openxmlformats.org/officeDocument/2006/relationships/notesSlide" Target="/ppt/notesSlides/notesSlide1.xml" Id="R263cf87bc2bf46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2f7e329c14fad" /><Relationship Type="http://schemas.openxmlformats.org/officeDocument/2006/relationships/notesSlide" Target="/ppt/notesSlides/notesSlide2.xml" Id="R028e7c1db3cf4b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a4ff5efb840d3" /><Relationship Type="http://schemas.openxmlformats.org/officeDocument/2006/relationships/image" Target="/ppt/media/image2.jpeg" Id="R0d47cf6af6754153" /><Relationship Type="http://schemas.openxmlformats.org/officeDocument/2006/relationships/notesSlide" Target="/ppt/notesSlides/notesSlide3.xml" Id="Rd032142fd56341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6f38001f6426f" /><Relationship Type="http://schemas.openxmlformats.org/officeDocument/2006/relationships/image" Target="/ppt/media/image3.jpeg" Id="R4ab336952ac54413" /><Relationship Type="http://schemas.openxmlformats.org/officeDocument/2006/relationships/notesSlide" Target="/ppt/notesSlides/notesSlide4.xml" Id="R30b50597a38e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177955d264789" /><Relationship Type="http://schemas.openxmlformats.org/officeDocument/2006/relationships/image" Target="/ppt/media/image4.jpeg" Id="Re66b03aede9b443c" /><Relationship Type="http://schemas.openxmlformats.org/officeDocument/2006/relationships/notesSlide" Target="/ppt/notesSlides/notesSlide5.xml" Id="R05f1507e20774b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01fa112c544f5" /><Relationship Type="http://schemas.openxmlformats.org/officeDocument/2006/relationships/notesSlide" Target="/ppt/notesSlides/notesSlide6.xml" Id="R79d1438698784c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f1e20b0e9407d" /><Relationship Type="http://schemas.openxmlformats.org/officeDocument/2006/relationships/notesSlide" Target="/ppt/notesSlides/notesSlide7.xml" Id="R5fc4150ee8ed43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42e04162645b1" /><Relationship Type="http://schemas.openxmlformats.org/officeDocument/2006/relationships/notesSlide" Target="/ppt/notesSlides/notesSlide8.xml" Id="Raa9f4d10bfca47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c3fc665a4414c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F3DCB-777C-4C8E-B4A9-02AFB50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617F-A88F-4BE4-9B2D-10AAE5E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40A3A-8C2E-4135-AB75-EA97FCC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D36D-D67B-45A2-9B23-B2CCE1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Lunchbox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A4C2-99F4-4C60-B685-B8CF990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Plan for a real user, organise food resources and evaluate a healthier redesign using clear criteria.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BD08-096A-41E0-BC64-3CEF0FD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157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7BAFB-B970-470D-88EA-FA366FF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0441-3073-4C99-BB21-DBF7C28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8C2B-70F9-4495-8B59-EE8F897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05D6B-030C-47C5-BC90-109EE3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6ECD-14AE-486E-9ACE-EF71E91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D8A82-6D36-4C63-ACE3-246FC8D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A57F-D020-4232-9FFD-323B29C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9DA78-26BF-420D-9EAC-7FE9844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8DEB-4A17-4251-9E6A-A6CB368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Balanced lunchbox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1BAC-9873-4747-9D33-6BC4A91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B010-947F-4195-9F66-A5C8E3B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5E68F-E97B-4B58-97CC-A003D44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0020-9BB6-440F-9A8C-93394F2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Food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272ED-46DF-4535-B0C2-BB1CAE9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493A4-3C0B-46EB-A27F-9757D37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D11D8-89BA-4844-ACC8-7CBC79F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97E47-A8E9-4B33-B817-0064127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Evaluate a redesign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B8FD0-B556-4FF6-8241-5A773FC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6689C-1C26-4DD1-BE8F-4228C4E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CBE35-87B8-47A5-92D3-76DD926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B9930-6CFD-449A-B8D7-9A75744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What information about a person and their day would change a lunchbox plan? What makes a food order usable?</a:t>
            </a:r>
          </a:p>
        </p:txBody>
      </p:sp>
    </p:spTree>
    <p:extLst>
      <p:ext uri="{BB962C8B-B14F-4D97-AF65-F5344CB8AC3E}">
        <p14:creationId xmlns:p14="http://schemas.microsoft.com/office/powerpoint/2010/main" val="1298071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BC3A-7986-4CB0-8896-426EF1D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2A3F-43DE-4C06-82F8-7A48723C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4.1 BALANCED LUNCHBOX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37A3-FC25-4B2E-82EF-AF628E3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1F0D0-070A-4EA1-BD2F-D8C85D5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563F7-66DB-41F0-BABF-7B4BC4D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Plan a balanced lunchbox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D9C4-08D8-45B6-AF60-03B1700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36AE-E7C4-4744-B2CF-27352F0C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78988-C352-4BF4-93A4-8147A24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Start with the person: their school day, activity, food preferences, access to storage and practical eating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BFE8-2346-4671-A815-78D5401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1F8D4-6234-440C-8A55-677D72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Build variety across the whole lunchbox using food groups, water and realistic portions rather than judging one item alone.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14A6-9337-4DA4-9D27-55352AF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3AC92-6874-4DFA-815C-96CEBF4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Review safety, portability, waste, cost and appeal, then make one evidence-based improvement.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7cf6af6754153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29A5B-C556-43BB-B776-0C29EDB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653E0-2CA3-4BE0-BE55-ACE21E8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Which detail about the student’s day would most change this lunchbox plan?</a:t>
            </a:r>
          </a:p>
        </p:txBody>
      </p:sp>
    </p:spTree>
    <p:extLst>
      <p:ext uri="{BB962C8B-B14F-4D97-AF65-F5344CB8AC3E}">
        <p14:creationId xmlns:p14="http://schemas.microsoft.com/office/powerpoint/2010/main" val="392502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EB249-B8CE-4C0D-918F-290331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364-6F7E-4463-A184-3B1C887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4.2 FOOD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BA5C-9E6B-4383-996B-DD73180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6C4E-3641-4FDE-A541-1E930B6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B6E7-4B1E-4CE4-B8CB-21E22F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Create a usable food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6143-29CE-4458-97CF-9AF10EF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7EAA-707C-4E8F-B988-1379BF1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2631-F0E7-438F-AFA1-0CCA6E4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A clear order names each ingredient, gives an accurate amount and states its planned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82F5-D93C-4624-AF38-E5C51F1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50FA2-5D1E-4699-9078-1FB7D43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Combine repeated ingredients only after checking the total needed across the recipe and group roles.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ACD4-0234-4755-AE76-7377D49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E80A9-A48D-47AF-9E6A-B8E9752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Connect the order to the workflow so ingredients arrive in time, waste is limited and every practical step has the required resource.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336952ac54413"/>
          <a:stretch xmlns:a="http://schemas.openxmlformats.org/drawingml/2006/main"/>
        </p:blipFill>
        <p:spPr>
          <a:xfrm xmlns:a="http://schemas.openxmlformats.org/drawingml/2006/main" flipH="0" flipV="0">
            <a:off x="7667625" y="1838325"/>
            <a:ext cx="3857625" cy="222885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B50D0-AC35-47CB-805C-95487E0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D3738-B241-4854-B161-5B0A1CC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Why is ‘cheese — one’ not yet a usable food-order entry?</a:t>
            </a:r>
          </a:p>
        </p:txBody>
      </p:sp>
    </p:spTree>
    <p:extLst>
      <p:ext uri="{BB962C8B-B14F-4D97-AF65-F5344CB8AC3E}">
        <p14:creationId xmlns:p14="http://schemas.microsoft.com/office/powerpoint/2010/main" val="76634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BAF44-B2EF-4745-8732-2936AA0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FEB4E-3AD3-4261-9FA3-DEBABD1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4.3 PRACTICAL AND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60C3-9B1B-4491-A7B7-526D511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CD26-3A0A-4FC3-8212-2352B98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3F56-2B36-4D17-BD15-0DDEACC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Evaluate a healthier redesign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870B-E43D-4615-B67C-96C711E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69F7-3C11-42C2-B268-0E49681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0922-BB1E-4359-9FE9-FDBF39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Record practical evidence while making Coconut Balls: sequence, consistency, hygiene, teamwork and the quality of the finished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4AAA-0FBD-47D9-9F89-C750BA3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5774-4A46-400E-A709-C9EC807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For a fast-food redesign, define ‘healthier’ with specific criteria such as food-group variety, fibre, preparation method or suitable portion.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A6ACA-C7C4-4422-A884-3608DA3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CF48-7E26-4985-8464-25E000C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Compare original and redesigned solutions using the same criteria, then explain one improvement supported by observations.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b03aede9b443c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79895-6028-4332-BB55-F82DD7C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723A-5296-495A-AAB1-3917851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Which criterion would make ‘healthier’ testable rather than just an opinion?</a:t>
            </a:r>
          </a:p>
        </p:txBody>
      </p:sp>
    </p:spTree>
    <p:extLst>
      <p:ext uri="{BB962C8B-B14F-4D97-AF65-F5344CB8AC3E}">
        <p14:creationId xmlns:p14="http://schemas.microsoft.com/office/powerpoint/2010/main" val="24757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A5B30-C7A3-484C-BBC6-51C353A4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8330-F6F6-4BB7-9EC9-D3ACD2E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4687-1D52-4EE5-BE07-CCC974C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30E72-B5A8-401B-A0B8-806F6AE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D98D-6885-433C-B6F1-7D89990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B812B-B76F-41D9-9DEB-10695E3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your thinking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F5B2-731A-43F0-A73D-858575F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A56D-F688-4971-AE7E-2065C3F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C2753-556D-41EE-9CA0-67F970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user and day details belong in a balanced lunchbox plan?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55B9-9E00-4DA2-A9BC-C124BAB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2E3E2-8D98-4029-B649-9EAC3A2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AFAFD-DB17-4E6C-B15A-57890C7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three pieces of information make a food-order line usable?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17CC-9103-4B7C-A20E-7F8B9F9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77AEB-3E9D-465D-B12C-1DD0CB0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80B2E-7CDC-4D6B-9662-2972E38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How can evidence make a healthier fast-food claim testable?</a:t>
            </a:r>
          </a:p>
        </p:txBody>
      </p:sp>
    </p:spTree>
    <p:extLst>
      <p:ext uri="{BB962C8B-B14F-4D97-AF65-F5344CB8AC3E}">
        <p14:creationId xmlns:p14="http://schemas.microsoft.com/office/powerpoint/2010/main" val="212242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A63E4-21B0-4224-8658-E9CAB4D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7ABF-DE20-41BA-B43E-F3D60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15CF-D8E9-4142-A830-EBA09BB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83D69-6A08-4EF2-836D-B854960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12ADF-664D-4C69-8CCD-320DAD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64380-715C-4BD2-82FB-1836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09B8-9D3E-4D67-A740-4A52C64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DAF5-3D5A-4578-BE34-EA4E01F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Plan one improvement to a healthier fast-food redesign and explain how evidence would show whether it worked.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2BA47-14E7-4266-B266-32006FA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7C2F-B13A-4177-894E-7616934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98727-0682-4FB5-A4A5-30B855E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Name the criterion, the design change, the expected effect and the observation you would collect.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CE726-A313-4E74-A9BD-285DB9A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EA0B3-B97C-4535-AEA7-365242D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B7C4-3554-4BB7-9E26-263FEF8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Choose one clear criterion such as variety, fibre, preparation method, portion, appeal or ease of eating.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0551D-48F3-4974-AD79-19CF3B4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27CC-F0D9-4D6C-BDCF-5DD6E45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AE4C-871D-4CFF-9798-1736E9B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Connect the change to the criterion and to the needs of the stated user.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D1307-D7AD-4657-8327-36830C4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3AAF1-B4D7-47B4-B6C8-81CFD70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5800E-21EC-4922-AAFD-7DB1945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Avoid unsupported words such as ‘better’; include evidence that could be observed.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681DA-0E29-4CBF-BD43-9C36DE2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I would improve… by… This should… I would know it worked if…</a:t>
            </a:r>
          </a:p>
        </p:txBody>
      </p:sp>
    </p:spTree>
    <p:extLst>
      <p:ext uri="{BB962C8B-B14F-4D97-AF65-F5344CB8AC3E}">
        <p14:creationId xmlns:p14="http://schemas.microsoft.com/office/powerpoint/2010/main" val="1020404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3DB27-1EEA-4170-8029-FCF41A8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45FC-90F6-4D59-B0EF-B8BED69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EBD5-00BC-4BB1-ADE5-C1A05FE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4  •  LUNCHBOX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0B69-7614-4F3D-AAB4-300A1B8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D295F-DAF6-4E83-9490-1D065B4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7C4F4-AFD6-436F-8CDE-FBD5A2D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AFC7-3767-4FA1-8CFF-B1334A8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user detail that changes a lunchbox plan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77DA-8B4D-475F-B45D-A85C47F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13384-CB3E-49C5-BC1B-324580F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check that improves a food order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6D95-8311-45FC-B62F-8935B17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B4722-C001-4C28-9D0D-38B71C2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criterion I can use to evaluate a redesign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C96C-4000-451A-AA1D-6B492E7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2659-1B74-4310-8587-7403094C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YOUR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25867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2026-08-18T02:26:27.7610000Z</dcterms:created>
  <dcterms:modified xsi:type="dcterms:W3CDTF">2026-08-18T02:26:27.7610000Z</dcterms:modified>
</coreProperties>
</file>